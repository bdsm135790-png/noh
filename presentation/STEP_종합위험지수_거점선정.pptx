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화재 발생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29</c:v>
                </c:pt>
                <c:pt idx="2">
                  <c:v>33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도로협소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노후건물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20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고령인구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</c:v>
                </c:pt>
                <c:pt idx="1">
                  <c:v>18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 위험 지수(피해·도로·노후·고령) 1위 = 마산합포구 → 관할 마산소방서를 드론 거점으로 선정. (거점 단독 슬라이드를 이 한 장으로 통합)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지수로 거점 소방서를 정한다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발생(실측 반영) · 도로협소 · 노후건물 · 고령인구를 가중 합산 (도로·노후·고령은 예시)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589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961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의창구는 화재건수 최다지만 도로·노후·고령이 낮아 종합은 하위 — 원도심(마산합포·진해)이 상위.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66760" y="1828800"/>
            <a:ext cx="3246120" cy="1627632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22792" y="201168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1위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22792" y="228600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22792" y="2761488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 / 위험지수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8366760" y="361188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22792" y="38039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2792" y="3803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거점 선정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22792" y="422452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622792" y="4754880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최상위 원도심(마산합포·진해)을 최단 거리로 관할 → 소방 드론 배치 거점으로 선정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종합 위험 지수 + 거점 선정</dc:title>
  <dc:subject>PptxGenJS Presentation</dc:subject>
  <dc:creator>PptxGenJS</dc:creator>
  <cp:lastModifiedBy>PptxGenJS</cp:lastModifiedBy>
  <cp:revision>1</cp:revision>
  <dcterms:created xsi:type="dcterms:W3CDTF">2026-08-08T14:21:16Z</dcterms:created>
  <dcterms:modified xsi:type="dcterms:W3CDTF">2026-08-08T14:21:16Z</dcterms:modified>
</cp:coreProperties>
</file>