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깔끔 버전: 좌측 항공사진을 주인공으로 크게, 우측은 사례 카드 + 작은 보도 컷 + 골든타임. 사진 두 장이 겹치지 않게 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인식 · WHY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소방차가 닿지 못하는 곳에서, 사람이 죽는다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400800" cy="3977640"/>
          </a:xfrm>
          <a:prstGeom prst="roundRect">
            <a:avLst>
              <a:gd name="adj" fmla="val 2069"/>
            </a:avLst>
          </a:prstGeom>
          <a:solidFill>
            <a:srgbClr val="0B1220"/>
          </a:solidFill>
          <a:ln w="19050">
            <a:solidFill>
              <a:srgbClr val="DC262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005840" y="32141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자산동 노후 다세대 밀집 항공사진(스카이뷰) 삽입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532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마산합포구 자산동 노후 다세대(빌라) 밀집지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806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4m 미만 골목 밀집 → 소방차 진입 곤란   ·   출처: 카카오맵 스카이뷰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78040" y="1481328"/>
            <a:ext cx="4462272" cy="1572768"/>
          </a:xfrm>
          <a:prstGeom prst="roundRect">
            <a:avLst>
              <a:gd name="adj" fmla="val 5814"/>
            </a:avLst>
          </a:prstGeom>
          <a:solidFill>
            <a:srgbClr val="172033"/>
          </a:solidFill>
          <a:ln w="1651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15784" y="164592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15784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노후 주거·고령 인명 위험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34072" y="2139696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마산합포 자산동 노후 빌라 새벽 화재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34072" y="2523744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발화 → 90대 사망 · 50대 중상 · 주민 18명 대피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78040" y="3200400"/>
            <a:ext cx="4462272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452360" y="3630168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보도 이미지(작게) 삽입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52360" y="394106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자산동 빌라 화재 보도 · 출처: 언론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78040" y="4736592"/>
            <a:ext cx="4462272" cy="731520"/>
          </a:xfrm>
          <a:prstGeom prst="roundRect">
            <a:avLst>
              <a:gd name="adj" fmla="val 12500"/>
            </a:avLst>
          </a:prstGeom>
          <a:solidFill>
            <a:srgbClr val="1A0E06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4072" y="4736592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골든타임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초과 시 피해 2.1배 · 10분 초과 사망률 2.5배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소방청 국가화재정보시스템(NFDS)·골든타임 연구 / 창원 마산합포 빌라 화재 사례는 언론 보도.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문제 인식 - 문제 제기</dc:title>
  <dc:subject>PptxGenJS Presentation</dc:subject>
  <dc:creator>PptxGenJS</dc:creator>
  <cp:lastModifiedBy>PptxGenJS</cp:lastModifiedBy>
  <cp:revision>1</cp:revision>
  <dcterms:created xsi:type="dcterms:W3CDTF">2026-08-08T14:24:16Z</dcterms:created>
  <dcterms:modified xsi:type="dcterms:W3CDTF">2026-08-08T14:24:16Z</dcterms:modified>
</cp:coreProperties>
</file>